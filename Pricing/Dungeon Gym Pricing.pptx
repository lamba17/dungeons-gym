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944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26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094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33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36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75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64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29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79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99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15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02E1C-E314-40FF-8DBB-168130E14E89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CDE1C-47C1-4FFE-9506-58A1B01F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1549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C2F9E7-67A8-A387-921A-B4DCD67C3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309" y="892056"/>
            <a:ext cx="6597989" cy="4616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0C0D5E-F144-3F4B-6A14-8632323E1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08" y="5508743"/>
            <a:ext cx="6597989" cy="5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7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1B2369-AA64-0955-FBBE-1DCDC3A19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612" y="1147306"/>
            <a:ext cx="8856620" cy="381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43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E0E5C-6C9F-4715-43F2-6DFB53D30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699" y="1192361"/>
            <a:ext cx="9558984" cy="354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0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607019-EB04-9E49-6C34-81BE06FB9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940" y="1293793"/>
            <a:ext cx="9004514" cy="384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90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lamba.akash1994@gmail.com</dc:creator>
  <cp:lastModifiedBy>lamba.akash1994@gmail.com</cp:lastModifiedBy>
  <cp:revision>6</cp:revision>
  <dcterms:created xsi:type="dcterms:W3CDTF">2026-03-15T07:56:25Z</dcterms:created>
  <dcterms:modified xsi:type="dcterms:W3CDTF">2026-03-15T07:58:09Z</dcterms:modified>
</cp:coreProperties>
</file>